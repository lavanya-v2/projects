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avanya/Documents/Projects/dsr-generator/backend/src/assets/image3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avanya/Documents/Projects/dsr-generator/backend/src/assets/im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91440"/>
            <a:ext cx="320040" cy="320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709160"/>
            <a:ext cx="1097280" cy="73152"/>
          </a:xfrm>
          <a:prstGeom prst="rect">
            <a:avLst/>
          </a:prstGeom>
          <a:solidFill>
            <a:srgbClr val="F47920"/>
          </a:solidFill>
          <a:ln/>
        </p:spPr>
      </p:sp>
      <p:sp>
        <p:nvSpPr>
          <p:cNvPr id="4" name="Shape 1"/>
          <p:cNvSpPr/>
          <p:nvPr/>
        </p:nvSpPr>
        <p:spPr>
          <a:xfrm>
            <a:off x="1645920" y="4736592"/>
            <a:ext cx="7040880" cy="18288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HANKYO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lavanya/Documents/Projects/dsr-generator/backend/src/assets/image29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Project Update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CCMH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2026-05-08 – 2026-05-14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&amp; Action Items</a:t>
            </a:r>
            <a:endParaRPr lang="en-US" sz="18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At-a-Glance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generating account summary.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&amp; Action Items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spcBef>
                <a:spcPts val="600"/>
              </a:spcBef>
              <a:buSzPct val="100000"/>
              <a:buChar char="•"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 Items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spcBef>
                <a:spcPts val="600"/>
              </a:spcBef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immediate capacity assessment for onsite development resources to address dependency concerns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spcBef>
                <a:spcPts val="600"/>
              </a:spcBef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enhance pre-production validation processes to prevent production-critical bugs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spcBef>
                <a:spcPts val="600"/>
              </a:spcBef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enhanced monitoring for early work week periods when production incidents are most frequent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spcBef>
                <a:spcPts val="600"/>
              </a:spcBef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cross-project knowledge sharing to reduce dependency on specialized resources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spcBef>
                <a:spcPts val="600"/>
              </a:spcBef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management review of the 14 Amber projects to prioritize stabilization efforts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At-a-Glance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34747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Marketplace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Prospecting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(LO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34747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CCM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Valley | Los Angeles | Chicago | New York | Mumbai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2026-07-02T08:10:37Z</dcterms:created>
  <dcterms:modified xsi:type="dcterms:W3CDTF">2026-07-02T08:10:37Z</dcterms:modified>
</cp:coreProperties>
</file>